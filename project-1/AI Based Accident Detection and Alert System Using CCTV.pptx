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66" r:id="rId6"/>
    <p:sldId id="261" r:id="rId7"/>
    <p:sldId id="262" r:id="rId8"/>
    <p:sldId id="263" r:id="rId9"/>
    <p:sldId id="267" r:id="rId10"/>
    <p:sldId id="265" r:id="rId11"/>
    <p:sldId id="264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049" autoAdjust="0"/>
  </p:normalViewPr>
  <p:slideViewPr>
    <p:cSldViewPr snapToGrid="0">
      <p:cViewPr varScale="1">
        <p:scale>
          <a:sx n="70" d="100"/>
          <a:sy n="70" d="100"/>
        </p:scale>
        <p:origin x="53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garaj 18" userId="2c891509e15323d6" providerId="LiveId" clId="{B1BB04FA-291E-4AA7-AC2F-57A59C56D848}"/>
    <pc:docChg chg="custSel modSld">
      <pc:chgData name="Nagaraj 18" userId="2c891509e15323d6" providerId="LiveId" clId="{B1BB04FA-291E-4AA7-AC2F-57A59C56D848}" dt="2026-03-14T13:01:51.818" v="27" actId="20577"/>
      <pc:docMkLst>
        <pc:docMk/>
      </pc:docMkLst>
      <pc:sldChg chg="modSp mod">
        <pc:chgData name="Nagaraj 18" userId="2c891509e15323d6" providerId="LiveId" clId="{B1BB04FA-291E-4AA7-AC2F-57A59C56D848}" dt="2026-03-14T13:01:51.818" v="27" actId="20577"/>
        <pc:sldMkLst>
          <pc:docMk/>
          <pc:sldMk cId="3946934594" sldId="256"/>
        </pc:sldMkLst>
        <pc:spChg chg="mod">
          <ac:chgData name="Nagaraj 18" userId="2c891509e15323d6" providerId="LiveId" clId="{B1BB04FA-291E-4AA7-AC2F-57A59C56D848}" dt="2026-03-13T12:36:52.885" v="1" actId="122"/>
          <ac:spMkLst>
            <pc:docMk/>
            <pc:sldMk cId="3946934594" sldId="256"/>
            <ac:spMk id="2" creationId="{632BE5BF-9922-45FB-8F3F-4446D40A051B}"/>
          </ac:spMkLst>
        </pc:spChg>
        <pc:spChg chg="mod">
          <ac:chgData name="Nagaraj 18" userId="2c891509e15323d6" providerId="LiveId" clId="{B1BB04FA-291E-4AA7-AC2F-57A59C56D848}" dt="2026-03-14T13:01:51.818" v="27" actId="20577"/>
          <ac:spMkLst>
            <pc:docMk/>
            <pc:sldMk cId="3946934594" sldId="256"/>
            <ac:spMk id="3" creationId="{0D537F64-4C96-4AA8-BB21-E8053A3186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3/14/2026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3/14/2026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22576" y="1645920"/>
            <a:ext cx="6867144" cy="1243584"/>
          </a:xfrm>
        </p:spPr>
        <p:txBody>
          <a:bodyPr/>
          <a:lstStyle/>
          <a:p>
            <a:pPr algn="ctr"/>
            <a:r>
              <a:rPr lang="en-US" sz="4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Title</a:t>
            </a:r>
            <a:r>
              <a:rPr lang="en-US" sz="4000" dirty="0"/>
              <a:t>:</a:t>
            </a:r>
            <a:br>
              <a:rPr lang="en-US" dirty="0"/>
            </a:br>
            <a:r>
              <a:rPr lang="en-US" sz="2800" dirty="0"/>
              <a:t>AI Based Accident Detection and Alert System Using CCTV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67928" y="4946904"/>
            <a:ext cx="2798064" cy="868680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200000"/>
              </a:lnSpc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Presented By:</a:t>
            </a:r>
            <a:b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</a:b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  	BALAJI.A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C22E8-300A-2B77-2C3C-78056164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INTRODUCTION: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7F224-0C62-FC04-CD6F-8C1D1BC39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38D302-4D61-BFDE-000C-CA1FFE27A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5663" y="1350241"/>
            <a:ext cx="5749203" cy="41960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Road accidents are increasing day by day.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CCTV cameras are available in many places.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But cameras are not monitored all the time.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So accidents may not be identified quickly.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detect accidents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If accident is detected, alert message is sent to: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Station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helps 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fast emergency response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0469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704471"/>
            <a:ext cx="11214100" cy="535531"/>
          </a:xfrm>
        </p:spPr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2.ABSTRACT: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0FC4EE-F318-4344-9E3C-B950ADB63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47DC4E62-1A34-4F98-A451-214F18085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8" cy="368458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1794AFF6-5AA5-CF25-D296-FDADD2512AE4}"/>
              </a:ext>
            </a:extLst>
          </p:cNvPr>
          <p:cNvSpPr txBox="1">
            <a:spLocks/>
          </p:cNvSpPr>
          <p:nvPr/>
        </p:nvSpPr>
        <p:spPr>
          <a:xfrm>
            <a:off x="444501" y="6036733"/>
            <a:ext cx="215900" cy="15293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  <a:p>
            <a:endParaRPr lang="en-US" dirty="0"/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9C8E9AD5-0D16-0591-C6CC-CA9B1E62B84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401" y="1748106"/>
            <a:ext cx="11671300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detects road accidents using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CCTV camera images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The camera captures live images continuously.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 model checks whether the image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accident or non-accident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If accident is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rPr>
              <a:t>found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, the system gets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location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Then it sends 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alert message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nearby: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station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reduces delay and helps save lives.</a:t>
            </a:r>
          </a:p>
        </p:txBody>
      </p:sp>
    </p:spTree>
    <p:extLst>
      <p:ext uri="{BB962C8B-B14F-4D97-AF65-F5344CB8AC3E}">
        <p14:creationId xmlns:p14="http://schemas.microsoft.com/office/powerpoint/2010/main" val="360727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287BF-AB70-D9BB-7724-82AC06463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712259"/>
            <a:ext cx="11214100" cy="535531"/>
          </a:xfrm>
        </p:spPr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MATERIALS REQUIRED: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33A6D3-5E31-5E27-F09E-2EB4A6A5D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17CDD2-770C-24D2-61C7-5C57A373383D}"/>
              </a:ext>
            </a:extLst>
          </p:cNvPr>
          <p:cNvSpPr txBox="1"/>
          <p:nvPr/>
        </p:nvSpPr>
        <p:spPr>
          <a:xfrm>
            <a:off x="482600" y="2321004"/>
            <a:ext cx="350520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Hardware: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CCTV Camera / Webcam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Computer / Laptop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Internet Connection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GPS Module (optional)</a:t>
            </a:r>
          </a:p>
          <a:p>
            <a:pPr>
              <a:lnSpc>
                <a:spcPct val="150000"/>
              </a:lnSpc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GSM Module (optional)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28ABC1-0020-CBDA-C221-54DCFC21C891}"/>
              </a:ext>
            </a:extLst>
          </p:cNvPr>
          <p:cNvSpPr txBox="1"/>
          <p:nvPr/>
        </p:nvSpPr>
        <p:spPr>
          <a:xfrm>
            <a:off x="4267200" y="2459503"/>
            <a:ext cx="3657600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Software: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Python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OpenCV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TensorFlow / </a:t>
            </a:r>
            <a:r>
              <a:rPr lang="en-IN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Keras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VS Code / </a:t>
            </a:r>
            <a:r>
              <a:rPr lang="en-IN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Jupyter</a:t>
            </a: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Notebook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4AC2B-C14D-BB5C-8757-88EF78159B9D}"/>
              </a:ext>
            </a:extLst>
          </p:cNvPr>
          <p:cNvSpPr txBox="1"/>
          <p:nvPr/>
        </p:nvSpPr>
        <p:spPr>
          <a:xfrm>
            <a:off x="8144933" y="2505670"/>
            <a:ext cx="3513667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Dataset: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Accident Images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Non-Accident Images</a:t>
            </a:r>
          </a:p>
        </p:txBody>
      </p:sp>
    </p:spTree>
    <p:extLst>
      <p:ext uri="{BB962C8B-B14F-4D97-AF65-F5344CB8AC3E}">
        <p14:creationId xmlns:p14="http://schemas.microsoft.com/office/powerpoint/2010/main" val="837799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6322E-52B8-6A55-2520-53CA8F1E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4. FLOW CHART: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FC0A8A-C72C-BC51-9BD7-8E257EB58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5B4FC3-3F65-2747-32C2-7969F581A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357163"/>
            <a:ext cx="4572000" cy="550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88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27D-4CE7-A216-5CA6-BFC524355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7. COMPARISON: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69BF0A-ED12-04BD-362D-C83FD38DE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C3C27-64CF-E706-8D76-4D9349BAFE4C}"/>
              </a:ext>
            </a:extLst>
          </p:cNvPr>
          <p:cNvSpPr txBox="1"/>
          <p:nvPr/>
        </p:nvSpPr>
        <p:spPr>
          <a:xfrm>
            <a:off x="892743" y="2667612"/>
            <a:ext cx="3939139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Existing System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Manual CCTV monitoring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Delay in accident detection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Slow emergency response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873131-C089-BE46-F8DB-97CFD05ADCF8}"/>
              </a:ext>
            </a:extLst>
          </p:cNvPr>
          <p:cNvSpPr txBox="1"/>
          <p:nvPr/>
        </p:nvSpPr>
        <p:spPr>
          <a:xfrm>
            <a:off x="5917130" y="2667612"/>
            <a:ext cx="4199021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Proposed System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AI based automatic detection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Fast accident identification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Instant alert with location</a:t>
            </a:r>
          </a:p>
        </p:txBody>
      </p:sp>
    </p:spTree>
    <p:extLst>
      <p:ext uri="{BB962C8B-B14F-4D97-AF65-F5344CB8AC3E}">
        <p14:creationId xmlns:p14="http://schemas.microsoft.com/office/powerpoint/2010/main" val="2801378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FE123-8421-B13A-6FD3-DB67EEFAE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6. APPLICATIONS: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780EF9-308A-D8A7-89A3-2FF1E99F9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BC94C38-65B2-7D31-50F0-39D51C3E5E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9431" y="1979629"/>
            <a:ext cx="4138863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Smart City Traffic Monitoring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Highway Accident Detection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Police Control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</a:rPr>
              <a:t>Rooms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Hospital Emergency Systems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Ambulance Alert Systems</a:t>
            </a:r>
          </a:p>
        </p:txBody>
      </p:sp>
    </p:spTree>
    <p:extLst>
      <p:ext uri="{BB962C8B-B14F-4D97-AF65-F5344CB8AC3E}">
        <p14:creationId xmlns:p14="http://schemas.microsoft.com/office/powerpoint/2010/main" val="481938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DCA0E-B331-1EBC-C1D0-FAF9C885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5. ADVANTAGES: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7EE8E4-E4BD-E587-DA01-89173AB2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B3530F6-AD4A-C7ED-F0F9-83D852649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66249" y="1763800"/>
            <a:ext cx="4253087" cy="33303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Detects accident automatically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No need for full-time human monitoring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Sends alert quickly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Gives location details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Helps police and hospital respond fast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Saves time and lives</a:t>
            </a:r>
          </a:p>
        </p:txBody>
      </p:sp>
    </p:spTree>
    <p:extLst>
      <p:ext uri="{BB962C8B-B14F-4D97-AF65-F5344CB8AC3E}">
        <p14:creationId xmlns:p14="http://schemas.microsoft.com/office/powerpoint/2010/main" val="4180756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B2FFF-517D-E808-35BC-3F151919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8. CONCLUSION: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68AC80-8AAF-C5F0-353C-8F443D0F9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26BA25-C29E-8063-8488-137BBC7ED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5053" y="2060051"/>
            <a:ext cx="5638147" cy="2776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AI + CCTV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 to detect accidents.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It identifies accident images 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After detection, it sends alert message with location.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It helps police, hospital, and ambulance reach faster.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This project improves road safety and saves lives.</a:t>
            </a:r>
          </a:p>
        </p:txBody>
      </p:sp>
    </p:spTree>
    <p:extLst>
      <p:ext uri="{BB962C8B-B14F-4D97-AF65-F5344CB8AC3E}">
        <p14:creationId xmlns:p14="http://schemas.microsoft.com/office/powerpoint/2010/main" val="343609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103</TotalTime>
  <Words>339</Words>
  <Application>Microsoft Office PowerPoint</Application>
  <PresentationFormat>Widescreen</PresentationFormat>
  <Paragraphs>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Trade Gothic LT Pro</vt:lpstr>
      <vt:lpstr>Trebuchet MS</vt:lpstr>
      <vt:lpstr>Office Theme</vt:lpstr>
      <vt:lpstr>Title: AI Based Accident Detection and Alert System Using CCTV Images</vt:lpstr>
      <vt:lpstr>1. INTRODUCTION:</vt:lpstr>
      <vt:lpstr>2.ABSTRACT:</vt:lpstr>
      <vt:lpstr>3. MATERIALS REQUIRED:</vt:lpstr>
      <vt:lpstr>4. FLOW CHART:</vt:lpstr>
      <vt:lpstr>7. COMPARISON:</vt:lpstr>
      <vt:lpstr>6. APPLICATIONS:</vt:lpstr>
      <vt:lpstr>5. ADVANTAGES:</vt:lpstr>
      <vt:lpstr>8. 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Nagaraj 18</dc:creator>
  <cp:lastModifiedBy>Nagaraj 18</cp:lastModifiedBy>
  <cp:revision>1</cp:revision>
  <dcterms:created xsi:type="dcterms:W3CDTF">2026-03-13T10:55:14Z</dcterms:created>
  <dcterms:modified xsi:type="dcterms:W3CDTF">2026-03-14T13:02:01Z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